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4"/>
  </p:sldMasterIdLst>
  <p:notesMasterIdLst>
    <p:notesMasterId r:id="rId12"/>
  </p:notesMasterIdLst>
  <p:sldIdLst>
    <p:sldId id="260" r:id="rId5"/>
    <p:sldId id="266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7444A-D1A1-4853-B881-F8F8A2B672AA}" type="datetimeFigureOut">
              <a:rPr lang="en-US" smtClean="0"/>
              <a:t>1/8/2021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CB90E-A225-4324-8C33-43B9106088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786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FCA80-3149-4E77-8A10-61897EDA3B46}" type="datetime1">
              <a:rPr lang="en-US" smtClean="0"/>
              <a:t>1/8/2021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C9D3-68C8-4C7B-8900-91931799374E}" type="datetime1">
              <a:rPr lang="en-US" smtClean="0"/>
              <a:t>1/8/2021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228F-8597-4214-9AEE-4076FD5CA715}" type="datetime1">
              <a:rPr lang="en-US" smtClean="0"/>
              <a:t>1/8/2021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F8CC-B120-4B42-BEE7-63A5350889A2}" type="datetime1">
              <a:rPr lang="en-US" smtClean="0"/>
              <a:t>1/8/2021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258E9-5596-48C3-B804-C76A65717270}" type="datetime1">
              <a:rPr lang="en-US" smtClean="0"/>
              <a:t>1/8/2021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7C53-E53C-41B3-812A-684A050FC715}" type="datetime1">
              <a:rPr lang="en-US" smtClean="0"/>
              <a:t>1/8/2021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1511-E534-4630-A1C6-AD2AF8D54CE5}" type="datetime1">
              <a:rPr lang="en-US" smtClean="0"/>
              <a:t>1/8/2021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9630-DBCB-471E-ABE0-D32F6A692637}" type="datetime1">
              <a:rPr lang="en-US" smtClean="0"/>
              <a:t>1/8/2021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631A-C749-4F96-9D50-34B67FA138ED}" type="datetime1">
              <a:rPr lang="en-US" smtClean="0"/>
              <a:t>1/8/2021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3711-36CD-49B6-9950-F52DFEABB444}" type="datetime1">
              <a:rPr lang="en-US" smtClean="0"/>
              <a:t>1/8/2021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09F87-2F65-4022-A223-5773581A346C}" type="datetime1">
              <a:rPr lang="en-US" smtClean="0"/>
              <a:t>1/8/2021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328A6-DFEA-4DEB-902A-5CD45AEC92CE}" type="datetime1">
              <a:rPr lang="en-US" smtClean="0"/>
              <a:t>1/8/2021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1E4CA-5AE3-4870-BD9C-5EEB663715AB}" type="datetime1">
              <a:rPr lang="en-US" smtClean="0"/>
              <a:t>1/8/2021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11FB8-B5F3-49D0-BC3B-869D3A8CDBA7}" type="datetime1">
              <a:rPr lang="en-US" smtClean="0"/>
              <a:t>1/8/2021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ADFF6-C930-49C8-94FB-8F6FD2363FAD}" type="datetime1">
              <a:rPr lang="en-US" smtClean="0"/>
              <a:t>1/8/2021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E9CD1-1044-4815-9F42-749864AB9AF7}" type="datetime1">
              <a:rPr lang="en-US" smtClean="0"/>
              <a:t>1/8/2021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21573-514C-4F42-BCAD-23F0FC3E15F0}" type="datetime1">
              <a:rPr lang="en-US" smtClean="0"/>
              <a:t>1/8/2021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2B52B98-6AEB-475D-82BB-A785B0B1CD52}" type="datetime1">
              <a:rPr lang="en-US" smtClean="0"/>
              <a:t>1/8/2021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4E20B4-B38C-431D-97FB-559753C4C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5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2769538" y="445383"/>
            <a:ext cx="1995577" cy="7534653"/>
          </a:xfrm>
          <a:prstGeom prst="round2SameRect">
            <a:avLst>
              <a:gd name="adj1" fmla="val 9679"/>
              <a:gd name="adj2" fmla="val 400"/>
            </a:avLst>
          </a:pr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6074B-C45A-40AF-9F6D-1348D176F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335" y="3496574"/>
            <a:ext cx="6436104" cy="1138686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Learn HTML In 2021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73FCE9-28D4-427E-BF96-E6B19E59E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35" y="4548996"/>
            <a:ext cx="6436104" cy="534838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solidFill>
                  <a:srgbClr val="FF2A03"/>
                </a:solidFill>
              </a:rPr>
              <a:t>Elzero Web School</a:t>
            </a:r>
          </a:p>
        </p:txBody>
      </p:sp>
    </p:spTree>
    <p:extLst>
      <p:ext uri="{BB962C8B-B14F-4D97-AF65-F5344CB8AC3E}">
        <p14:creationId xmlns:p14="http://schemas.microsoft.com/office/powerpoint/2010/main" val="401879532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3411C-ACDB-4E9E-A972-E0BF75E69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Remastering For Old People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5A82A-0F6C-4256-948C-38A70A708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Content</a:t>
            </a:r>
          </a:p>
          <a:p>
            <a:r>
              <a:rPr lang="en-US" dirty="0"/>
              <a:t>New Quality</a:t>
            </a:r>
          </a:p>
          <a:p>
            <a:r>
              <a:rPr lang="en-US" dirty="0"/>
              <a:t>Removed The CSS</a:t>
            </a:r>
          </a:p>
          <a:p>
            <a:r>
              <a:rPr lang="en-US" dirty="0"/>
              <a:t>Removed The Canvas</a:t>
            </a:r>
          </a:p>
          <a:p>
            <a:r>
              <a:rPr lang="en-US" dirty="0"/>
              <a:t>Merge HTML 4 + 5</a:t>
            </a:r>
          </a:p>
          <a:p>
            <a:r>
              <a:rPr lang="en-US" dirty="0"/>
              <a:t>Old Content Is Not Bad</a:t>
            </a:r>
          </a:p>
          <a:p>
            <a:r>
              <a:rPr lang="en-US" dirty="0"/>
              <a:t>What About Old Content ? </a:t>
            </a:r>
          </a:p>
        </p:txBody>
      </p:sp>
    </p:spTree>
    <p:extLst>
      <p:ext uri="{BB962C8B-B14F-4D97-AF65-F5344CB8AC3E}">
        <p14:creationId xmlns:p14="http://schemas.microsoft.com/office/powerpoint/2010/main" val="165614388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EF144-45EE-4AE3-9D94-173DA714A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HTML?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1360D-8A72-451B-BC05-A89C3CCEB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Hypertext Markup Language</a:t>
            </a:r>
          </a:p>
          <a:p>
            <a:r>
              <a:rPr lang="en-US" dirty="0"/>
              <a:t>The Language To Build The Web</a:t>
            </a:r>
          </a:p>
          <a:p>
            <a:r>
              <a:rPr lang="en-US" dirty="0"/>
              <a:t>Ship + Building + Skeleton</a:t>
            </a:r>
          </a:p>
        </p:txBody>
      </p:sp>
    </p:spTree>
    <p:extLst>
      <p:ext uri="{BB962C8B-B14F-4D97-AF65-F5344CB8AC3E}">
        <p14:creationId xmlns:p14="http://schemas.microsoft.com/office/powerpoint/2010/main" val="335928655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F5E97-904B-4AD9-AC99-1DBDF67A8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44BF2-0FA0-429D-8966-A8A4EA981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</a:t>
            </a:r>
          </a:p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1708230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0A4F-527D-4083-8207-A1BE6FCBA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 Need To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DB496-F96D-43FE-B553-ED46271E4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Front-End Developer</a:t>
            </a:r>
          </a:p>
          <a:p>
            <a:r>
              <a:rPr lang="en-US" dirty="0"/>
              <a:t>Back-End Developer </a:t>
            </a:r>
          </a:p>
          <a:p>
            <a:r>
              <a:rPr lang="en-US" dirty="0"/>
              <a:t>Mobile Developer</a:t>
            </a:r>
          </a:p>
          <a:p>
            <a:r>
              <a:rPr lang="en-US" dirty="0"/>
              <a:t>Reports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9361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5DC6-2C13-467D-AA8E-B21B61F08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Need To Learn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F9A25-FA75-497A-BDF1-33AF4293D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 Editor [ Visual Studio Code, Atom ]</a:t>
            </a:r>
          </a:p>
          <a:p>
            <a:r>
              <a:rPr lang="en-US" dirty="0"/>
              <a:t>Internet Browser [ Google Chrome, Firefox Developer Edition ]</a:t>
            </a:r>
          </a:p>
          <a:p>
            <a:r>
              <a:rPr lang="en-US" dirty="0"/>
              <a:t>Windows And Internet Knowledge</a:t>
            </a:r>
          </a:p>
          <a:p>
            <a:r>
              <a:rPr lang="en-US" dirty="0"/>
              <a:t>Always Search</a:t>
            </a:r>
          </a:p>
          <a:p>
            <a:r>
              <a:rPr lang="en-US" dirty="0"/>
              <a:t>Have A Target </a:t>
            </a:r>
          </a:p>
          <a:p>
            <a:r>
              <a:rPr lang="en-US" dirty="0"/>
              <a:t>Focus</a:t>
            </a:r>
          </a:p>
          <a:p>
            <a:r>
              <a:rPr lang="en-US" dirty="0"/>
              <a:t>Always Search</a:t>
            </a:r>
          </a:p>
          <a:p>
            <a:r>
              <a:rPr lang="en-US" dirty="0"/>
              <a:t>Start Any Idea</a:t>
            </a:r>
          </a:p>
          <a:p>
            <a:r>
              <a:rPr lang="en-US" dirty="0"/>
              <a:t>Always Search Before Asking</a:t>
            </a:r>
          </a:p>
        </p:txBody>
      </p:sp>
    </p:spTree>
    <p:extLst>
      <p:ext uri="{BB962C8B-B14F-4D97-AF65-F5344CB8AC3E}">
        <p14:creationId xmlns:p14="http://schemas.microsoft.com/office/powerpoint/2010/main" val="132323504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DCCE-D7DC-4282-A331-DA9BFACCB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3DC19-5579-4337-9786-C6D377175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Watch Videos With Focus</a:t>
            </a:r>
          </a:p>
          <a:p>
            <a:r>
              <a:rPr lang="en-US" dirty="0"/>
              <a:t>Check Courses Code [ https://elzero.org/category/courses/html-course ]</a:t>
            </a:r>
          </a:p>
          <a:p>
            <a:r>
              <a:rPr lang="en-US" dirty="0"/>
              <a:t>Do The Assignments [ https://elzero.org/category/assignments/html-assignments/ ]</a:t>
            </a:r>
          </a:p>
        </p:txBody>
      </p:sp>
    </p:spTree>
    <p:extLst>
      <p:ext uri="{BB962C8B-B14F-4D97-AF65-F5344CB8AC3E}">
        <p14:creationId xmlns:p14="http://schemas.microsoft.com/office/powerpoint/2010/main" val="305853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Custom 18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21C015E-2B6B-4186-AA19-D3C2878D41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83214C86-EE31-4BD9-A8DA-4E7809549F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BE4635-D1B4-4307-892D-6B7970BB730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Slate design</Template>
  <TotalTime>65</TotalTime>
  <Words>153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Calisto MT</vt:lpstr>
      <vt:lpstr>Wingdings 2</vt:lpstr>
      <vt:lpstr>Slate</vt:lpstr>
      <vt:lpstr>Learn HTML In 2021</vt:lpstr>
      <vt:lpstr>Remastering For Old People</vt:lpstr>
      <vt:lpstr>What Is HTML?</vt:lpstr>
      <vt:lpstr>Versions</vt:lpstr>
      <vt:lpstr>Why I Need To Learn</vt:lpstr>
      <vt:lpstr>What I Need To Learn ?</vt:lpstr>
      <vt:lpstr>How To Study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 HTML 2021</dc:title>
  <dc:creator>Osama Elzero</dc:creator>
  <cp:lastModifiedBy>Osama Elzero</cp:lastModifiedBy>
  <cp:revision>21</cp:revision>
  <dcterms:created xsi:type="dcterms:W3CDTF">2021-01-04T21:19:20Z</dcterms:created>
  <dcterms:modified xsi:type="dcterms:W3CDTF">2021-01-08T01:15:49Z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